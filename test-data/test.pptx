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to emphasize that we are meeting the 8.3 JSON contract exactly here. No deviations.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System Architecture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Dhimanth - Backend Engineering Team</a:t>
            </a:r>
          </a:p>
          <a:p>
            <a:r>
              <a:t>Focus: Data Extraction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Extraction</a:t>
            </a:r>
          </a:p>
          <a:p>
            <a:pPr lvl="1"/>
            <a:r>
              <a:t>Pandas integrated for data cleaning</a:t>
            </a:r>
          </a:p>
          <a:p>
            <a:pPr lvl="1"/>
            <a:r>
              <a:t>Null values removed</a:t>
            </a:r>
          </a:p>
          <a:p>
            <a:r>
              <a:t>PowerPoint Extraction</a:t>
            </a:r>
          </a:p>
          <a:p>
            <a:pPr lvl="1"/>
            <a:r>
              <a:t>Slide text and speaker notes targeted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54864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Placeholder Image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